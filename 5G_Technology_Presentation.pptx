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 (Mbps)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BF7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3G</c:v>
                  </c:pt>
                  <c:pt idx="1">
                    <c:v>4G</c:v>
                  </c:pt>
                  <c:pt idx="2">
                    <c:v>4G LTE</c:v>
                  </c:pt>
                  <c:pt idx="3">
                    <c:v>5G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35</c:v>
                </c:pt>
                <c:pt idx="2">
                  <c:v>50</c:v>
                </c:pt>
                <c:pt idx="3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A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7A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A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each generation quickly. Ask: 'What could you do with 2G but not with 1G?' Keep pace brisk — this is background, not the main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Simplify further for lower-level students: 'more waves, more towers, smarter traffic control.' Use gestures/drawing on the board if helpful.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health concerns: reassure students that major health organizations (WHO) have found no proven danger from 5G radio waves. Good moment for a short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3657600" cy="36576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837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774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TECHNOLOGY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of Wireless Connection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Lesson  •  Vocabulary, Facts &amp; Quiz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3276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GAME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Test your instincts!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373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73736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is ten times faster than 4G.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26060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260604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was invented in the 1990s.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347472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34747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80160" y="347472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 can use 5G networks.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434340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43434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80160" y="43434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only works with a cable, not wirelessly.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0080" y="521208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521208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521208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was one of the first countries with 5G.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778240" y="1737360"/>
            <a:ext cx="2743200" cy="42519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7782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7782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TRUE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778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FALSE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7782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77824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FALSE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77824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080" y="6172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tip: read each sentence aloud, students vote with hands (thumbs up = True).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Technology Lesson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0" y="685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3434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640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game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— get everyone talking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lesson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5G is, how it works, real-world uses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3429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words with meanings and examples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4800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4754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/ Blooket quiz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0" y="51206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 learned — have fun!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1G TO 5G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mobile networks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77340" y="2697480"/>
            <a:ext cx="8705088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1874520" cy="1874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31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only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16352" y="2194560"/>
            <a:ext cx="1874520" cy="1874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16352" y="2331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16352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9192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 (SMS)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92624" y="2194560"/>
            <a:ext cx="1874520" cy="1874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2331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992624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55464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internet begins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68896" y="2194560"/>
            <a:ext cx="1874520" cy="1874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68896" y="2331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4G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68896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31736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video &amp; streaming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45168" y="2194560"/>
            <a:ext cx="1874520" cy="1874520"/>
          </a:xfrm>
          <a:prstGeom prst="ellipse">
            <a:avLst/>
          </a:prstGeom>
          <a:solidFill>
            <a:srgbClr val="2FBF7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45168" y="2331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45168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8008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Ultra-fast, connects everything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5G?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for </a:t>
            </a:r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"fifth generation."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the newest kind of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phones and other devices.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4495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30175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download and upload speeds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4787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5204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latency (almost no delay)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5079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40233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connect many more devices at once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7955280" y="17373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7955280" y="2103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100x</a:t>
            </a:r>
            <a:endParaRPr lang="en-US" sz="4600" dirty="0"/>
          </a:p>
        </p:txBody>
      </p:sp>
      <p:sp>
        <p:nvSpPr>
          <p:cNvPr id="14" name="Text 8"/>
          <p:cNvSpPr/>
          <p:nvPr/>
        </p:nvSpPr>
        <p:spPr>
          <a:xfrm>
            <a:off x="813816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4G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ideal conditions)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wireless, network, latency, device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5G WORK?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ideas behind the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radio frequencies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uses new radio waves that can carry much more data than older networks.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920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390" y="21177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cells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5488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small antennas are placed close together in cities to keep the signal strong.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1920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0" y="21177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networks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4964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manages traffic so data reaches the right device quickly, with almost no delay.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download speed by network generation (Mbps)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108960" cy="4114800"/>
          </a:xfrm>
          <a:prstGeom prst="roundRect">
            <a:avLst>
              <a:gd name="adj" fmla="val 352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comparison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360" y="246888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movie can download in: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minutes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 seconds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5G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18178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" y="3291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upload data extremely quickly.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0" y="155448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467" y="1817827"/>
            <a:ext cx="570586" cy="5705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Latency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703320" y="3291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delay between sending and receiving data.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46720" y="155448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067" y="1817827"/>
            <a:ext cx="570586" cy="5705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360920" y="3291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devices can connect in the same area.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Which of these three features matters most to YOU? Why?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5G makes a real difference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1067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Self-driving cars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377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instantly to traffic and road conditions.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60020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1067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reality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377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realistic gaming and remote experiences.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4484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754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lights, sensors, and cameras work together.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97764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297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44842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Telemedicine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754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 monitor patients remotely, in real time.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CHALLENGES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EAF9F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548640" cy="54864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6404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Extremely fast speeds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Very low latency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Connects more devices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Supports new technology (VR, IoT, smart cities)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123444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FD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5087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16404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58368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Expensive infrastructure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Limited coverage outside cities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83680" y="3474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 devices needed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8368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Some public concern about safety (not scientifically proven)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connected computers/devices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1993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wires or cables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6850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before data transfer begins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0632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36850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data that can be sent at once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37667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equipment (phone, tablet, etc.)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754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537667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being connected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32120" y="1280160"/>
            <a:ext cx="1097280" cy="10972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467" y="15435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PLAY!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52044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/ Blooket Quiz — 5G Technology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7548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phones ready and join the game!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5G Technology</dc:title>
  <dc:subject>PptxGenJS Presentation</dc:subject>
  <dc:creator>Botirali</dc:creator>
  <cp:lastModifiedBy>Botirali</cp:lastModifiedBy>
  <cp:revision>1</cp:revision>
  <dcterms:created xsi:type="dcterms:W3CDTF">2026-07-03T13:49:15Z</dcterms:created>
  <dcterms:modified xsi:type="dcterms:W3CDTF">2026-07-03T13:49:15Z</dcterms:modified>
</cp:coreProperties>
</file>